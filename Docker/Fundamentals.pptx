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Utkarsh Agarwal" userId="7a1216fa42ee05d0" providerId="LiveId" clId="{5A8ABE04-300D-46CD-9942-40B59078845C}"/>
    <pc:docChg chg="addSld modSld">
      <pc:chgData name="Utkarsh Agarwal" userId="7a1216fa42ee05d0" providerId="LiveId" clId="{5A8ABE04-300D-46CD-9942-40B59078845C}" dt="2026-10-05T16:13:08.983" v="2"/>
      <pc:docMkLst>
        <pc:docMk/>
      </pc:docMkLst>
      <pc:sldChg chg="addSp modSp new mod">
        <pc:chgData name="Utkarsh Agarwal" userId="7a1216fa42ee05d0" providerId="LiveId" clId="{5A8ABE04-300D-46CD-9942-40B59078845C}" dt="2026-10-05T16:13:08.983" v="2"/>
        <pc:sldMkLst>
          <pc:docMk/>
          <pc:sldMk cId="838792427" sldId="256"/>
        </pc:sldMkLst>
        <pc:picChg chg="add mod">
          <ac:chgData name="Utkarsh Agarwal" userId="7a1216fa42ee05d0" providerId="LiveId" clId="{5A8ABE04-300D-46CD-9942-40B59078845C}" dt="2026-10-05T16:13:08.983" v="2"/>
          <ac:picMkLst>
            <pc:docMk/>
            <pc:sldMk cId="838792427" sldId="256"/>
            <ac:picMk id="5" creationId="{9ABDEF1A-F557-B094-0683-D118BF221D4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76563-A571-4F98-2054-6D93AC2E878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BC7F11C-062C-26B3-B115-3B69BB9F1E6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0A4F67-60D4-759C-45D0-0308A92AAF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050951-3DE1-E5ED-91A4-C7DB749869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97FA4-9121-1BC4-04CF-A2D6E4C8D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63109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93A259-14BE-DA4A-D399-269C549D9A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0A93A-C599-3D94-BD2D-CDBC2C08ED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10D816-53A3-2EC9-2FA6-B5CD9F9836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BA630B-DA47-F20F-A704-AAAB91839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8E04DA-09AB-F0A6-1035-696DA09FA4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478732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5CE4FD-9AA5-DBE4-EFC5-D6F4857A73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2B303-5F38-C6BE-BD07-695976254A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354DC-E477-B0C9-27DA-F6601598B9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93BE9A-A0B6-5796-42C5-A965CA4935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91598E-6505-3E11-6906-DB1009468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75219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FB076-30F2-DC8C-E9B6-64FC54126F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179B725-B182-EFB4-CCE9-D36C4BF7909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426D97-EDE1-540F-67E5-0986D89A46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3C5E9-639E-83EA-314E-1E1BC532B8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53F4FD-6108-5D33-5699-8D11BE3465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9A45234-0448-C452-B72A-DEBA06AC2A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49734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7AC35E-C888-D65D-571E-33E56102E1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F09345A-4634-BC26-4DB4-76A357369F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43483AD-E9F0-89C8-4472-E53C47FD0B6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1BB80A2-6AD8-17A5-9F30-BB19FABDE97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783FC5D-6C39-FF37-7FF4-0CE7DAC1254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FA3D87-38FD-24C1-CD27-B749C9D0A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E878D2-7445-9CE1-21BA-B39AF9BC3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2A6E94D-9ACD-311D-27AE-BA966204FA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31478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F8FDBE-BC0B-444C-164A-A746CCC8A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845919-E5AE-ED2B-EE77-1B57E156EB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61F23F4-6C98-252F-F6DD-8F46A36E40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95ACB44-245C-B64E-5A0B-12F5C611C1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55031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B63753-372C-D451-6A23-8214F852D2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FFB8F4-5E50-EE62-7614-9297DACE0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C2E23A3-5EB2-6222-5798-D69B895FF0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323985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186D5-6D5B-5752-4F72-54066488FF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A1351D-9ED3-5341-67BC-4232C3B8C3C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8758B1-CB33-9386-B55F-0F3EAEA0DA2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7E5231E-5941-7193-FFF7-0F575D57D0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18A6E1-C3F3-2094-BFD8-D2043BCD4B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6FA439-980E-DBEE-34D3-BA3A9B34EA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6532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FDD1F6-5DE9-5E89-C3AC-1F07E45329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5F11FE3-DAF1-43EF-80DB-3C39A098EA4B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43D61A5-530C-1244-B11A-15C6A99E1D9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E8F73C-1C54-7545-306C-DB8E689557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F635DE-F362-AC6F-2EC8-71B4B59CF0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25A58EB-186F-2926-DA00-4EA6939C52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2392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A8DC02-AF13-F6AF-0556-7F211D7AB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CE0AB2-EC41-DD34-670A-1D132FB68C3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68846-ADBF-756B-6663-652E825585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F7E156-AE05-BCFD-98B2-30E6DFCDC5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6A0E38-F3BB-8D46-ADD3-120B660CD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59507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F30AB60-D286-8063-774E-F14848B6327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84961BE-9310-3BFC-00D8-4CDECE4BA1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578A81-E7D2-6038-2829-05A1B9D66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AFCB3E-7CE9-EF3B-9E30-793EB2EDC6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FCC8D-B6C8-FD90-EF1B-0497F0213A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8010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EECB67A-E2AD-0EA7-54D4-B96954592D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7D72702-81C6-EB03-AA54-F0FC25C85D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03DFF69-FA40-A6A7-A4D1-7CDBFE21AD9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713635BD-573F-4C06-B79A-994FC048097A}" type="datetimeFigureOut">
              <a:rPr lang="en-IN" smtClean="0"/>
              <a:t>05-10-2026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5B5C5EC-7D43-B134-BBE8-DB0B637BB6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628601-9700-EBE4-6380-194787966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D94263D-0D5B-424B-B462-6F610ABBF94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9179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9DE451-5F59-F727-DE7E-1B80FF5DDCE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F3198A0-A51D-A2C6-2B7C-C3B3D7B7EF5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ABDEF1A-F557-B094-0683-D118BF221D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333" y="37806"/>
            <a:ext cx="11705334" cy="6782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879242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Utkarsh Agarwal</dc:creator>
  <cp:lastModifiedBy>Utkarsh Agarwal</cp:lastModifiedBy>
  <cp:revision>1</cp:revision>
  <dcterms:created xsi:type="dcterms:W3CDTF">2026-10-05T16:13:06Z</dcterms:created>
  <dcterms:modified xsi:type="dcterms:W3CDTF">2026-10-05T16:13:10Z</dcterms:modified>
</cp:coreProperties>
</file>