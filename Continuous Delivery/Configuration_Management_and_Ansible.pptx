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Management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Ansible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systems consistent, reproducible, and drift-free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1828800" cy="182880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417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Series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Configuration Management?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486400" cy="4206240"/>
          </a:xfrm>
          <a:prstGeom prst="rect">
            <a:avLst/>
          </a:prstGeom>
          <a:solidFill>
            <a:srgbClr val="F2F5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systematically handling changes to a system's settings, software, and state — so systems stay in a known, consistent, reproducible condition instead of drifting apart through manual, ad-hoc changes.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08483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server's exact configuration is defined and predictable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3154680"/>
            <a:ext cx="457200" cy="45720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350215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production stay aligned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4572000"/>
            <a:ext cx="457200" cy="45720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6948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49194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server can be rebuilt identically, on demand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Solves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configuration management, systems drift apart on their own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27377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58568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 has package X v2.1, Server B has v2.3 — nobody remembers why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273775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2258568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“Works on my machine”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200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 quietly diverge because setup was done by hand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273775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4453128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record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remembers what was tweaked on a server months ago, or why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16052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273775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4453128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setup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servers mean manual SSH sessions that don't scale or repeat reliably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Configuration Management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2F5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37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packages and their versions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852928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700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 (nginx configs, environment variables)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2F5FC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3785616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785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0273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services — which should be started and enabled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535424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718304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718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5354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permissions, and file structures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468112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2F5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5650992"/>
            <a:ext cx="411480" cy="411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650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4681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firewall settings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Ansible Helps: Declarative, Not Procedural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desired end state — Ansible figures out how to get there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1B1F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Ensure nginx is installed and running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web_servers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Install nginx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apt: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present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Ensure nginx is running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service: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started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enabled: true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Ideas Behind Ansible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F2F5FC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3736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same playbook 10 times produces the same end state as running it once.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nginx is already installed and running, Ansible does nothing.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safe to re-run anytime to correct drift, with no unwanted side effects.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60920" y="19476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65176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to install on every managed server, unlike Puppet or Chef.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connects over SSH (or WinRM for Windows) and pushes the desired state directly.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setup, fewer moving parts, nothing extra to maintain on target machines.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Inventory: Manage Many Machines at Once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playbook run applies the same consistent state across every host in a group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1828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3A57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377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166360" cy="914400"/>
          </a:xfrm>
          <a:prstGeom prst="line">
            <a:avLst/>
          </a:prstGeom>
          <a:noFill/>
          <a:ln w="25400">
            <a:solidFill>
              <a:srgbClr val="B9C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65760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web_servers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42519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4754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52578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743200"/>
            <a:ext cx="1143000" cy="914400"/>
          </a:xfrm>
          <a:prstGeom prst="line">
            <a:avLst/>
          </a:prstGeom>
          <a:noFill/>
          <a:ln w="25400">
            <a:solidFill>
              <a:srgbClr val="B9C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65760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db_servers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12080" y="42519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4754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52578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75520" y="2743200"/>
            <a:ext cx="-2880360" cy="914400"/>
          </a:xfrm>
          <a:prstGeom prst="line">
            <a:avLst/>
          </a:prstGeom>
          <a:noFill/>
          <a:ln w="25400">
            <a:solidFill>
              <a:srgbClr val="B9C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0" y="3657600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cache_servers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35440" y="42519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3544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35440" y="47548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3544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35440" y="52578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3544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are grouped logically (web_servers, db_servers, ...) in an inventory file — eliminating manual, one-by-one server setup.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Version-Controlled, Consistent Everywhere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2F5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14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are plain YAML text files, so they live in Git like any other code.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entire server configuration history becomes tracked, reviewable, and reproducible — the same discipline you already apply to application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Environments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5146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playbook can run against dev, staging, and production.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guarantees they're configured identically, closing the gap that causes “it worked in staging, broke in prod.”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keeps systems in a known, consistent state instead of drifting apart through manual tweaks.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320040" cy="32004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desired state once, in a playbook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21608"/>
            <a:ext cx="320040" cy="32004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6758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enforces it automatically and repeatably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379976"/>
            <a:ext cx="320040" cy="32004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43342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keeps repeated runs safe and predictable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038344"/>
            <a:ext cx="320040" cy="32004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49926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across any number of machines, consistently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784080" y="5120640"/>
            <a:ext cx="1554480" cy="1554480"/>
          </a:xfrm>
          <a:prstGeom prst="ellipse">
            <a:avLst/>
          </a:prstGeom>
          <a:solidFill>
            <a:srgbClr val="3A57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95560" y="55321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2026-09-01T09:47:19Z</dcterms:created>
  <dcterms:modified xsi:type="dcterms:W3CDTF">2026-09-01T09:47:20Z</dcterms:modified>
</cp:coreProperties>
</file>